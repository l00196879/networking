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469BDD9-5D34-49F9-BF88-D4E3E50DD70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5367CB-3CC4-4E7E-BCCB-C4C7028AE1F4}" v="42" dt="2026-02-19T20:07:43.7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-1026" y="-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75237-54C1-4223-BAFA-BCA1F72AC2BB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8DCDC0-4608-4DCC-9BAD-C3E8474D8D3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02571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8DCDC0-4608-4DCC-9BAD-C3E8474D8D37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4310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862C0-539F-7357-B15A-E871985DB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F760C-EBF1-5045-422A-550521F64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C0DC3-D4F8-8AC0-5218-97F9AE752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74AD-65A8-4527-9B2E-40CD75E943A1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57A71-4841-A189-1F32-F94C7771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96959-82C4-9379-62C0-04A0A1C0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E6-74A1-43EE-BF29-EA59B48A44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5923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3C100-539A-EC3E-CEF8-EF4F125DA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5372E-ED2C-64FC-5DF9-C5F8CA46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A5CD1-1054-20C8-53B6-01B25F7F3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74AD-65A8-4527-9B2E-40CD75E943A1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53D6C-00B7-0C6B-BFD8-8D3CD0FF5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D47B2-D2A8-CA6B-2995-A1B6D07A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E6-74A1-43EE-BF29-EA59B48A44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21963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471D-2692-88BD-813B-F7D831B77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39C76-6B19-311C-6FD6-2376DF9BB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B3611-AD13-12BA-6CF8-0EDD6A24C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74AD-65A8-4527-9B2E-40CD75E943A1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78017-FC53-0EA1-A4EF-C983D8EB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1F677-BDC6-F50C-A67F-83CCF989F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E6-74A1-43EE-BF29-EA59B48A44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666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578FD-5C2C-D0D3-3CD5-98A70BAE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729D2-BD8B-A5C4-ABD2-99AB9C20E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11F1B-E562-C0B6-521A-415870604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DCC3B-81D6-EBD9-322E-E9ACD3B9F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74AD-65A8-4527-9B2E-40CD75E943A1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2423A-DE42-EE0B-1B5C-FB49A42CF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F4929F-8CCB-6719-05D1-5DC9BB48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E6-74A1-43EE-BF29-EA59B48A44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789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3E90D-DB9B-2AC9-880A-8B6B4719D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B2950-AE48-4EA9-3B70-8F1912751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268BC-FA00-FDEF-3300-48C413445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48C851-4411-01B0-518A-A9DCA85CB4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40C7C1-DD65-9F1A-7787-098ED3246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FEB58-243B-81DF-3132-6178D4025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74AD-65A8-4527-9B2E-40CD75E943A1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B188E9-7969-20B7-599B-182E4310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72B8FA-8B58-698C-85AF-18B91D9B3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E6-74A1-43EE-BF29-EA59B48A44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2113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12B0A-AB40-6CDF-3B6B-DC9295533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6B49D-EF47-7A18-05F0-19FE9230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74AD-65A8-4527-9B2E-40CD75E943A1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18A99C-9A3A-8DBD-4CB8-E8420160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AFE50-2D75-306B-5749-E899B328D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E6-74A1-43EE-BF29-EA59B48A44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7853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2B5B7-6C9B-F14F-B68B-A3EE3CCDF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74AD-65A8-4527-9B2E-40CD75E943A1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271913-61B6-FDBE-1D03-8606EE3C1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F3A5E-6487-75EC-E52C-56D8B02C7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E6-74A1-43EE-BF29-EA59B48A44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3505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2D34E-BF6E-EC1A-3502-7204C8AD5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142E7-5625-8D6C-7903-48A95F14A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42D64B-1A8B-794C-DC6C-64899DEA76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A8CC2-ACE3-C107-5C52-5B8E5745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74AD-65A8-4527-9B2E-40CD75E943A1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D0B49-DAE2-E627-B2A7-6BCA5EC04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C7519-0485-643B-966F-2D763BA9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E6-74A1-43EE-BF29-EA59B48A44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6711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C63C1-2643-B74D-6C8D-3E8D6405F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6EAD0-133A-9F70-168F-0858C24A1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F6C11-4939-2FDD-E04A-E72B6A6DB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7385C9-6B1A-6E5D-DD3F-CAFCD58E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74AD-65A8-4527-9B2E-40CD75E943A1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678AE-F960-1C68-9414-252AEF028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017A9-FD10-488D-60B1-AE268456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E6-74A1-43EE-BF29-EA59B48A44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69883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3CDC1-222C-993C-060B-D936582D7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6A461-4ECB-6BFA-96D1-61054B6CA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847F6-82A4-AD7C-2C75-2F1768165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74AD-65A8-4527-9B2E-40CD75E943A1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78BA0-BB6D-E80F-C08F-845E3095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C58A7-0D9C-B815-F8CC-E345D0FE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E6-74A1-43EE-BF29-EA59B48A44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62553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536B69-6316-7CFA-1E80-0CF39A05D2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06183A-A78E-F81B-30CF-E9B668A20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39020-2C7E-647D-C377-E95125D4B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974AD-65A8-4527-9B2E-40CD75E943A1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21644-ABA3-35EB-7D59-BBB0AEB9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DA384-F38C-EAA5-42D4-9A95813E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AE95E6-74A1-43EE-BF29-EA59B48A44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51670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A7535A-B290-F83F-891A-8BF2CDD5E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6B51D-A608-DF25-176D-9AFF8CF0D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F9E58-B2EA-F5DD-4047-230DE735C3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A974AD-65A8-4527-9B2E-40CD75E943A1}" type="datetimeFigureOut">
              <a:rPr lang="en-IE" smtClean="0"/>
              <a:t>22/02/2026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48988-0E67-CC80-1BF5-D74C677C9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1EE22-70E0-D800-33A8-B1F290263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AE95E6-74A1-43EE-BF29-EA59B48A449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77138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Straight Connector 89">
            <a:extLst>
              <a:ext uri="{FF2B5EF4-FFF2-40B4-BE49-F238E27FC236}">
                <a16:creationId xmlns:a16="http://schemas.microsoft.com/office/drawing/2014/main" id="{1713D86B-8900-850F-2D8D-F3CFEECFA096}"/>
              </a:ext>
            </a:extLst>
          </p:cNvPr>
          <p:cNvCxnSpPr>
            <a:cxnSpLocks/>
          </p:cNvCxnSpPr>
          <p:nvPr/>
        </p:nvCxnSpPr>
        <p:spPr>
          <a:xfrm flipV="1">
            <a:off x="4419661" y="4645443"/>
            <a:ext cx="494837" cy="81591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89">
            <a:extLst>
              <a:ext uri="{FF2B5EF4-FFF2-40B4-BE49-F238E27FC236}">
                <a16:creationId xmlns:a16="http://schemas.microsoft.com/office/drawing/2014/main" id="{276378D3-CFB4-2E6F-8914-236695DDEF67}"/>
              </a:ext>
            </a:extLst>
          </p:cNvPr>
          <p:cNvCxnSpPr>
            <a:cxnSpLocks/>
            <a:stCxn id="87" idx="2"/>
          </p:cNvCxnSpPr>
          <p:nvPr/>
        </p:nvCxnSpPr>
        <p:spPr>
          <a:xfrm flipH="1">
            <a:off x="6137514" y="1842595"/>
            <a:ext cx="2336221" cy="112571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89">
            <a:extLst>
              <a:ext uri="{FF2B5EF4-FFF2-40B4-BE49-F238E27FC236}">
                <a16:creationId xmlns:a16="http://schemas.microsoft.com/office/drawing/2014/main" id="{263A35A0-52F6-6EDD-9F16-73E72D32C4BD}"/>
              </a:ext>
            </a:extLst>
          </p:cNvPr>
          <p:cNvCxnSpPr>
            <a:cxnSpLocks/>
            <a:stCxn id="86" idx="2"/>
          </p:cNvCxnSpPr>
          <p:nvPr/>
        </p:nvCxnSpPr>
        <p:spPr>
          <a:xfrm flipH="1">
            <a:off x="6124981" y="1233114"/>
            <a:ext cx="2488439" cy="168484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89">
            <a:extLst>
              <a:ext uri="{FF2B5EF4-FFF2-40B4-BE49-F238E27FC236}">
                <a16:creationId xmlns:a16="http://schemas.microsoft.com/office/drawing/2014/main" id="{EBC45D5A-4A7E-FCE1-A277-A63C5E5B86F0}"/>
              </a:ext>
            </a:extLst>
          </p:cNvPr>
          <p:cNvCxnSpPr>
            <a:cxnSpLocks/>
            <a:stCxn id="88" idx="1"/>
          </p:cNvCxnSpPr>
          <p:nvPr/>
        </p:nvCxnSpPr>
        <p:spPr>
          <a:xfrm>
            <a:off x="4669556" y="1197185"/>
            <a:ext cx="913619" cy="153038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75C291C9-6C1C-27DA-735C-C45AA6A2C5C7}"/>
              </a:ext>
            </a:extLst>
          </p:cNvPr>
          <p:cNvCxnSpPr>
            <a:cxnSpLocks/>
            <a:stCxn id="61" idx="3"/>
            <a:endCxn id="40" idx="3"/>
          </p:cNvCxnSpPr>
          <p:nvPr/>
        </p:nvCxnSpPr>
        <p:spPr>
          <a:xfrm flipV="1">
            <a:off x="4461049" y="3414724"/>
            <a:ext cx="957208" cy="12962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EA06260A-B38A-1DD5-5ECA-004EC7B82801}"/>
              </a:ext>
            </a:extLst>
          </p:cNvPr>
          <p:cNvCxnSpPr>
            <a:cxnSpLocks/>
            <a:stCxn id="60" idx="3"/>
            <a:endCxn id="40" idx="4"/>
          </p:cNvCxnSpPr>
          <p:nvPr/>
        </p:nvCxnSpPr>
        <p:spPr>
          <a:xfrm flipV="1">
            <a:off x="5091831" y="3538405"/>
            <a:ext cx="638490" cy="17765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95682C63-0210-FA3D-BC1D-689682DB1481}"/>
              </a:ext>
            </a:extLst>
          </p:cNvPr>
          <p:cNvCxnSpPr>
            <a:endCxn id="40" idx="3"/>
          </p:cNvCxnSpPr>
          <p:nvPr/>
        </p:nvCxnSpPr>
        <p:spPr>
          <a:xfrm flipV="1">
            <a:off x="3625850" y="3414724"/>
            <a:ext cx="1792407" cy="16050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9A5BE704-125C-BD34-F259-42BD19C26531}"/>
              </a:ext>
            </a:extLst>
          </p:cNvPr>
          <p:cNvSpPr/>
          <p:nvPr/>
        </p:nvSpPr>
        <p:spPr>
          <a:xfrm>
            <a:off x="5288996" y="2693855"/>
            <a:ext cx="882650" cy="84455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050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0AFDC8FA-B4A9-59E4-BDCE-C69BCD015E49}"/>
              </a:ext>
            </a:extLst>
          </p:cNvPr>
          <p:cNvSpPr/>
          <p:nvPr/>
        </p:nvSpPr>
        <p:spPr>
          <a:xfrm rot="18909829">
            <a:off x="5404436" y="2945895"/>
            <a:ext cx="724135" cy="324101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050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6B46807C-94F3-89AD-9CE8-B7131F55923F}"/>
              </a:ext>
            </a:extLst>
          </p:cNvPr>
          <p:cNvSpPr/>
          <p:nvPr/>
        </p:nvSpPr>
        <p:spPr>
          <a:xfrm rot="13438961">
            <a:off x="5368253" y="2948058"/>
            <a:ext cx="724135" cy="324101"/>
          </a:xfrm>
          <a:prstGeom prst="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 sz="105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DBA3F82-3612-8F87-14C2-D3476FC7E0AB}"/>
              </a:ext>
            </a:extLst>
          </p:cNvPr>
          <p:cNvSpPr/>
          <p:nvPr/>
        </p:nvSpPr>
        <p:spPr>
          <a:xfrm rot="18975042" flipV="1">
            <a:off x="5571431" y="3046611"/>
            <a:ext cx="390144" cy="1226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050"/>
          </a:p>
        </p:txBody>
      </p:sp>
      <p:sp>
        <p:nvSpPr>
          <p:cNvPr id="44" name="Cloud 43">
            <a:extLst>
              <a:ext uri="{FF2B5EF4-FFF2-40B4-BE49-F238E27FC236}">
                <a16:creationId xmlns:a16="http://schemas.microsoft.com/office/drawing/2014/main" id="{306C5902-F05A-F22B-E4FD-A317DBF418AB}"/>
              </a:ext>
            </a:extLst>
          </p:cNvPr>
          <p:cNvSpPr/>
          <p:nvPr/>
        </p:nvSpPr>
        <p:spPr>
          <a:xfrm>
            <a:off x="7326822" y="2337527"/>
            <a:ext cx="986883" cy="394197"/>
          </a:xfrm>
          <a:prstGeom prst="cloud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VLAN2</a:t>
            </a:r>
          </a:p>
          <a:p>
            <a:pPr algn="ctr"/>
            <a:r>
              <a:rPr lang="en-GB" sz="600" dirty="0"/>
              <a:t>Hosts</a:t>
            </a:r>
          </a:p>
          <a:p>
            <a:pPr algn="ctr"/>
            <a:r>
              <a:rPr lang="en-GB" sz="600" dirty="0"/>
              <a:t>10.47.2.0/24</a:t>
            </a:r>
            <a:endParaRPr lang="en-IE" sz="600" dirty="0"/>
          </a:p>
        </p:txBody>
      </p:sp>
      <p:sp>
        <p:nvSpPr>
          <p:cNvPr id="45" name="Cloud 44">
            <a:extLst>
              <a:ext uri="{FF2B5EF4-FFF2-40B4-BE49-F238E27FC236}">
                <a16:creationId xmlns:a16="http://schemas.microsoft.com/office/drawing/2014/main" id="{5A761107-9CC3-7018-1F3B-E2266589E883}"/>
              </a:ext>
            </a:extLst>
          </p:cNvPr>
          <p:cNvSpPr/>
          <p:nvPr/>
        </p:nvSpPr>
        <p:spPr>
          <a:xfrm>
            <a:off x="6965074" y="2773980"/>
            <a:ext cx="1067067" cy="394197"/>
          </a:xfrm>
          <a:prstGeom prst="clou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VLAN3</a:t>
            </a:r>
          </a:p>
          <a:p>
            <a:pPr algn="ctr"/>
            <a:r>
              <a:rPr lang="en-GB" sz="600" dirty="0"/>
              <a:t>Staff Radio</a:t>
            </a:r>
          </a:p>
          <a:p>
            <a:pPr algn="ctr"/>
            <a:r>
              <a:rPr lang="en-GB" sz="600" dirty="0"/>
              <a:t>10.47.3.0/24</a:t>
            </a:r>
            <a:endParaRPr lang="en-IE" sz="600" dirty="0"/>
          </a:p>
        </p:txBody>
      </p:sp>
      <p:sp>
        <p:nvSpPr>
          <p:cNvPr id="46" name="Cloud 45">
            <a:extLst>
              <a:ext uri="{FF2B5EF4-FFF2-40B4-BE49-F238E27FC236}">
                <a16:creationId xmlns:a16="http://schemas.microsoft.com/office/drawing/2014/main" id="{6FD4CB66-BD78-414A-0DB0-FD1D65914C88}"/>
              </a:ext>
            </a:extLst>
          </p:cNvPr>
          <p:cNvSpPr/>
          <p:nvPr/>
        </p:nvSpPr>
        <p:spPr>
          <a:xfrm>
            <a:off x="7156616" y="3281048"/>
            <a:ext cx="1453494" cy="394197"/>
          </a:xfrm>
          <a:prstGeom prst="cloud">
            <a:avLst/>
          </a:prstGeom>
          <a:solidFill>
            <a:srgbClr val="FF0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VLAN4</a:t>
            </a:r>
          </a:p>
          <a:p>
            <a:pPr algn="ctr"/>
            <a:r>
              <a:rPr lang="en-GB" sz="600" dirty="0"/>
              <a:t>Power Infrastructure</a:t>
            </a:r>
          </a:p>
          <a:p>
            <a:pPr algn="ctr"/>
            <a:r>
              <a:rPr lang="en-GB" sz="600" dirty="0"/>
              <a:t>10.47.4.0/24</a:t>
            </a:r>
            <a:endParaRPr lang="en-IE" sz="600" dirty="0"/>
          </a:p>
        </p:txBody>
      </p:sp>
      <p:sp>
        <p:nvSpPr>
          <p:cNvPr id="47" name="Cloud 46">
            <a:extLst>
              <a:ext uri="{FF2B5EF4-FFF2-40B4-BE49-F238E27FC236}">
                <a16:creationId xmlns:a16="http://schemas.microsoft.com/office/drawing/2014/main" id="{CA5C8148-BB6D-ED86-3102-5A3C73C47FA3}"/>
              </a:ext>
            </a:extLst>
          </p:cNvPr>
          <p:cNvSpPr/>
          <p:nvPr/>
        </p:nvSpPr>
        <p:spPr>
          <a:xfrm>
            <a:off x="7062126" y="3788116"/>
            <a:ext cx="1227346" cy="394197"/>
          </a:xfrm>
          <a:prstGeom prst="cloud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VLAN5</a:t>
            </a:r>
          </a:p>
          <a:p>
            <a:pPr algn="ctr"/>
            <a:r>
              <a:rPr lang="en-GB" sz="600" dirty="0"/>
              <a:t>Technical clients</a:t>
            </a:r>
          </a:p>
          <a:p>
            <a:pPr algn="ctr"/>
            <a:r>
              <a:rPr lang="en-GB" sz="600" dirty="0"/>
              <a:t>10.47.5.0/24</a:t>
            </a:r>
            <a:endParaRPr lang="en-IE" sz="600" dirty="0"/>
          </a:p>
        </p:txBody>
      </p:sp>
      <p:sp>
        <p:nvSpPr>
          <p:cNvPr id="48" name="Cloud 47">
            <a:extLst>
              <a:ext uri="{FF2B5EF4-FFF2-40B4-BE49-F238E27FC236}">
                <a16:creationId xmlns:a16="http://schemas.microsoft.com/office/drawing/2014/main" id="{278B2419-2003-806F-AF97-27BC70A15E02}"/>
              </a:ext>
            </a:extLst>
          </p:cNvPr>
          <p:cNvSpPr/>
          <p:nvPr/>
        </p:nvSpPr>
        <p:spPr>
          <a:xfrm>
            <a:off x="5278084" y="4782125"/>
            <a:ext cx="1528602" cy="394197"/>
          </a:xfrm>
          <a:prstGeom prst="cloud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VLAN6</a:t>
            </a:r>
          </a:p>
          <a:p>
            <a:pPr algn="ctr"/>
            <a:r>
              <a:rPr lang="en-GB" sz="600" dirty="0"/>
              <a:t>Infrastructure Servers</a:t>
            </a:r>
          </a:p>
          <a:p>
            <a:pPr algn="ctr"/>
            <a:r>
              <a:rPr lang="en-GB" sz="600" dirty="0"/>
              <a:t>10.47.6.0/24</a:t>
            </a:r>
            <a:endParaRPr lang="en-IE" sz="600" dirty="0"/>
          </a:p>
        </p:txBody>
      </p:sp>
      <p:sp>
        <p:nvSpPr>
          <p:cNvPr id="49" name="Cloud 48">
            <a:extLst>
              <a:ext uri="{FF2B5EF4-FFF2-40B4-BE49-F238E27FC236}">
                <a16:creationId xmlns:a16="http://schemas.microsoft.com/office/drawing/2014/main" id="{44BF87B0-FB52-A509-06A9-26EE47A68CC9}"/>
              </a:ext>
            </a:extLst>
          </p:cNvPr>
          <p:cNvSpPr/>
          <p:nvPr/>
        </p:nvSpPr>
        <p:spPr>
          <a:xfrm>
            <a:off x="6866289" y="4566540"/>
            <a:ext cx="1067067" cy="394197"/>
          </a:xfrm>
          <a:prstGeom prst="clou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VLAN12</a:t>
            </a:r>
          </a:p>
          <a:p>
            <a:pPr algn="ctr"/>
            <a:r>
              <a:rPr lang="en-GB" sz="600" dirty="0"/>
              <a:t>Server OOBM</a:t>
            </a:r>
          </a:p>
          <a:p>
            <a:pPr algn="ctr"/>
            <a:r>
              <a:rPr lang="en-GB" sz="600" dirty="0"/>
              <a:t>10.47.12.0/24</a:t>
            </a:r>
            <a:endParaRPr lang="en-IE" sz="600" dirty="0"/>
          </a:p>
        </p:txBody>
      </p:sp>
      <p:sp>
        <p:nvSpPr>
          <p:cNvPr id="50" name="Cloud 49">
            <a:extLst>
              <a:ext uri="{FF2B5EF4-FFF2-40B4-BE49-F238E27FC236}">
                <a16:creationId xmlns:a16="http://schemas.microsoft.com/office/drawing/2014/main" id="{D0F6525A-F677-9915-B540-6299597F94A2}"/>
              </a:ext>
            </a:extLst>
          </p:cNvPr>
          <p:cNvSpPr/>
          <p:nvPr/>
        </p:nvSpPr>
        <p:spPr>
          <a:xfrm>
            <a:off x="4575938" y="4291405"/>
            <a:ext cx="1007237" cy="394197"/>
          </a:xfrm>
          <a:prstGeom prst="cloud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>
                <a:solidFill>
                  <a:schemeClr val="bg1"/>
                </a:solidFill>
              </a:rPr>
              <a:t>VLAN7</a:t>
            </a:r>
          </a:p>
          <a:p>
            <a:pPr algn="ctr"/>
            <a:r>
              <a:rPr lang="en-GB" sz="600" dirty="0">
                <a:solidFill>
                  <a:schemeClr val="bg1"/>
                </a:solidFill>
              </a:rPr>
              <a:t>Telephony</a:t>
            </a:r>
          </a:p>
          <a:p>
            <a:pPr algn="ctr"/>
            <a:r>
              <a:rPr lang="en-GB" sz="600" dirty="0">
                <a:solidFill>
                  <a:schemeClr val="bg1"/>
                </a:solidFill>
              </a:rPr>
              <a:t>10.47.7.0/24</a:t>
            </a:r>
            <a:endParaRPr lang="en-IE" sz="600" dirty="0">
              <a:solidFill>
                <a:schemeClr val="bg1"/>
              </a:solidFill>
            </a:endParaRPr>
          </a:p>
        </p:txBody>
      </p:sp>
      <p:sp>
        <p:nvSpPr>
          <p:cNvPr id="51" name="Cloud 50">
            <a:extLst>
              <a:ext uri="{FF2B5EF4-FFF2-40B4-BE49-F238E27FC236}">
                <a16:creationId xmlns:a16="http://schemas.microsoft.com/office/drawing/2014/main" id="{C480E20E-3E01-C7DD-7743-D3EB09ED68F7}"/>
              </a:ext>
            </a:extLst>
          </p:cNvPr>
          <p:cNvSpPr/>
          <p:nvPr/>
        </p:nvSpPr>
        <p:spPr>
          <a:xfrm>
            <a:off x="3506317" y="3676845"/>
            <a:ext cx="1439442" cy="394197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VLAN8</a:t>
            </a:r>
          </a:p>
          <a:p>
            <a:pPr algn="ctr"/>
            <a:r>
              <a:rPr lang="en-GB" sz="600" dirty="0"/>
              <a:t>HVAC infrastructure</a:t>
            </a:r>
          </a:p>
          <a:p>
            <a:pPr algn="ctr"/>
            <a:r>
              <a:rPr lang="en-GB" sz="600" dirty="0"/>
              <a:t>10.47.8.0/24</a:t>
            </a:r>
            <a:endParaRPr lang="en-IE" sz="600" dirty="0"/>
          </a:p>
        </p:txBody>
      </p:sp>
      <p:sp>
        <p:nvSpPr>
          <p:cNvPr id="52" name="Cloud 51">
            <a:extLst>
              <a:ext uri="{FF2B5EF4-FFF2-40B4-BE49-F238E27FC236}">
                <a16:creationId xmlns:a16="http://schemas.microsoft.com/office/drawing/2014/main" id="{F67E67E6-304A-288A-1A0C-9CFA4DD0588D}"/>
              </a:ext>
            </a:extLst>
          </p:cNvPr>
          <p:cNvSpPr/>
          <p:nvPr/>
        </p:nvSpPr>
        <p:spPr>
          <a:xfrm>
            <a:off x="3435244" y="3047946"/>
            <a:ext cx="995928" cy="394197"/>
          </a:xfrm>
          <a:prstGeom prst="clou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VLAN9</a:t>
            </a:r>
          </a:p>
          <a:p>
            <a:pPr algn="ctr"/>
            <a:r>
              <a:rPr lang="en-GB" sz="600" dirty="0"/>
              <a:t>Storage</a:t>
            </a:r>
          </a:p>
          <a:p>
            <a:pPr algn="ctr"/>
            <a:r>
              <a:rPr lang="en-GB" sz="600" dirty="0"/>
              <a:t>10.47.9.0/24</a:t>
            </a:r>
            <a:endParaRPr lang="en-IE" sz="600" dirty="0"/>
          </a:p>
        </p:txBody>
      </p:sp>
      <p:sp>
        <p:nvSpPr>
          <p:cNvPr id="53" name="Cloud 52">
            <a:extLst>
              <a:ext uri="{FF2B5EF4-FFF2-40B4-BE49-F238E27FC236}">
                <a16:creationId xmlns:a16="http://schemas.microsoft.com/office/drawing/2014/main" id="{91921E08-BEC5-547D-52CE-C4501F115947}"/>
              </a:ext>
            </a:extLst>
          </p:cNvPr>
          <p:cNvSpPr/>
          <p:nvPr/>
        </p:nvSpPr>
        <p:spPr>
          <a:xfrm>
            <a:off x="3732741" y="2411357"/>
            <a:ext cx="1067067" cy="394197"/>
          </a:xfrm>
          <a:prstGeom prst="cloud">
            <a:avLst/>
          </a:prstGeom>
          <a:solidFill>
            <a:srgbClr val="FFFF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solidFill>
                  <a:schemeClr val="tx1"/>
                </a:solidFill>
              </a:rPr>
              <a:t>VLAN10</a:t>
            </a:r>
          </a:p>
          <a:p>
            <a:pPr algn="ctr"/>
            <a:r>
              <a:rPr lang="en-GB" sz="600" dirty="0">
                <a:solidFill>
                  <a:schemeClr val="tx1"/>
                </a:solidFill>
              </a:rPr>
              <a:t>NetMan</a:t>
            </a:r>
          </a:p>
          <a:p>
            <a:pPr algn="ctr"/>
            <a:r>
              <a:rPr lang="en-GB" sz="600" dirty="0">
                <a:solidFill>
                  <a:schemeClr val="tx1"/>
                </a:solidFill>
              </a:rPr>
              <a:t>10.47.10.0/24</a:t>
            </a:r>
            <a:endParaRPr lang="en-IE" sz="600" dirty="0">
              <a:solidFill>
                <a:schemeClr val="tx1"/>
              </a:solidFill>
            </a:endParaRPr>
          </a:p>
        </p:txBody>
      </p:sp>
      <p:sp>
        <p:nvSpPr>
          <p:cNvPr id="54" name="Cloud 53">
            <a:extLst>
              <a:ext uri="{FF2B5EF4-FFF2-40B4-BE49-F238E27FC236}">
                <a16:creationId xmlns:a16="http://schemas.microsoft.com/office/drawing/2014/main" id="{5031B951-BB91-847F-C132-E6A0160F0195}"/>
              </a:ext>
            </a:extLst>
          </p:cNvPr>
          <p:cNvSpPr/>
          <p:nvPr/>
        </p:nvSpPr>
        <p:spPr>
          <a:xfrm>
            <a:off x="4925405" y="1751984"/>
            <a:ext cx="1399920" cy="394197"/>
          </a:xfrm>
          <a:prstGeom prst="cloud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600" dirty="0">
                <a:solidFill>
                  <a:schemeClr val="bg1"/>
                </a:solidFill>
              </a:rPr>
              <a:t>VLAN11</a:t>
            </a:r>
          </a:p>
          <a:p>
            <a:pPr algn="ctr"/>
            <a:r>
              <a:rPr lang="en-GB" sz="600" dirty="0">
                <a:solidFill>
                  <a:schemeClr val="bg1"/>
                </a:solidFill>
              </a:rPr>
              <a:t>Security Cameras</a:t>
            </a:r>
          </a:p>
          <a:p>
            <a:pPr algn="ctr"/>
            <a:r>
              <a:rPr lang="en-GB" sz="600" dirty="0">
                <a:solidFill>
                  <a:schemeClr val="bg1"/>
                </a:solidFill>
              </a:rPr>
              <a:t>10.47.11.0/24</a:t>
            </a:r>
            <a:endParaRPr lang="en-IE" sz="600" dirty="0">
              <a:solidFill>
                <a:schemeClr val="bg1"/>
              </a:solidFill>
            </a:endParaRPr>
          </a:p>
        </p:txBody>
      </p:sp>
      <p:sp>
        <p:nvSpPr>
          <p:cNvPr id="55" name="Cloud 54">
            <a:extLst>
              <a:ext uri="{FF2B5EF4-FFF2-40B4-BE49-F238E27FC236}">
                <a16:creationId xmlns:a16="http://schemas.microsoft.com/office/drawing/2014/main" id="{7E17E885-C4A8-55C1-FDAF-EF510662ADF6}"/>
              </a:ext>
            </a:extLst>
          </p:cNvPr>
          <p:cNvSpPr/>
          <p:nvPr/>
        </p:nvSpPr>
        <p:spPr>
          <a:xfrm>
            <a:off x="3268990" y="1233114"/>
            <a:ext cx="1128543" cy="394197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VLAN15</a:t>
            </a:r>
          </a:p>
          <a:p>
            <a:pPr algn="ctr"/>
            <a:r>
              <a:rPr lang="en-GB" sz="600" dirty="0"/>
              <a:t>Routers</a:t>
            </a:r>
          </a:p>
          <a:p>
            <a:pPr algn="ctr"/>
            <a:r>
              <a:rPr lang="en-GB" sz="600" dirty="0"/>
              <a:t>10.47.15.0/24</a:t>
            </a:r>
            <a:endParaRPr lang="en-IE" sz="600" dirty="0"/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BA2897A1-C000-180D-5EB6-DB5DBEEE507D}"/>
              </a:ext>
            </a:extLst>
          </p:cNvPr>
          <p:cNvSpPr/>
          <p:nvPr/>
        </p:nvSpPr>
        <p:spPr>
          <a:xfrm>
            <a:off x="3154873" y="1802898"/>
            <a:ext cx="1089023" cy="394197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VLAN16</a:t>
            </a:r>
          </a:p>
          <a:p>
            <a:pPr algn="ctr"/>
            <a:r>
              <a:rPr lang="en-GB" sz="600" dirty="0"/>
              <a:t>Links</a:t>
            </a:r>
          </a:p>
          <a:p>
            <a:pPr algn="ctr"/>
            <a:r>
              <a:rPr lang="en-GB" sz="600" dirty="0"/>
              <a:t>10.47.16.0/24</a:t>
            </a:r>
            <a:endParaRPr lang="en-IE" sz="600" dirty="0"/>
          </a:p>
        </p:txBody>
      </p:sp>
      <p:sp>
        <p:nvSpPr>
          <p:cNvPr id="57" name="Cloud 56">
            <a:extLst>
              <a:ext uri="{FF2B5EF4-FFF2-40B4-BE49-F238E27FC236}">
                <a16:creationId xmlns:a16="http://schemas.microsoft.com/office/drawing/2014/main" id="{CFC5945D-6C3E-5D35-FB10-C89E5AB6D4A2}"/>
              </a:ext>
            </a:extLst>
          </p:cNvPr>
          <p:cNvSpPr/>
          <p:nvPr/>
        </p:nvSpPr>
        <p:spPr>
          <a:xfrm>
            <a:off x="2904996" y="5019739"/>
            <a:ext cx="1168393" cy="443412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VLAN998</a:t>
            </a:r>
          </a:p>
          <a:p>
            <a:pPr algn="ctr"/>
            <a:r>
              <a:rPr lang="en-GB" sz="600" dirty="0" err="1"/>
              <a:t>ClusterChat</a:t>
            </a:r>
            <a:endParaRPr lang="en-GB" sz="600" dirty="0"/>
          </a:p>
          <a:p>
            <a:pPr algn="ctr"/>
            <a:r>
              <a:rPr lang="en-GB" sz="600" dirty="0"/>
              <a:t>Layer 2 – no IP</a:t>
            </a:r>
            <a:endParaRPr lang="en-IE" sz="600" dirty="0"/>
          </a:p>
        </p:txBody>
      </p:sp>
      <p:sp>
        <p:nvSpPr>
          <p:cNvPr id="60" name="Cloud 59">
            <a:extLst>
              <a:ext uri="{FF2B5EF4-FFF2-40B4-BE49-F238E27FC236}">
                <a16:creationId xmlns:a16="http://schemas.microsoft.com/office/drawing/2014/main" id="{CE3CEB86-9A88-EEB0-69E6-72EF3AA70057}"/>
              </a:ext>
            </a:extLst>
          </p:cNvPr>
          <p:cNvSpPr/>
          <p:nvPr/>
        </p:nvSpPr>
        <p:spPr>
          <a:xfrm>
            <a:off x="4558297" y="5289596"/>
            <a:ext cx="1067068" cy="443412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VLAN1000</a:t>
            </a:r>
          </a:p>
          <a:p>
            <a:pPr algn="ctr"/>
            <a:r>
              <a:rPr lang="en-GB" sz="600" dirty="0"/>
              <a:t>Discard</a:t>
            </a:r>
          </a:p>
          <a:p>
            <a:pPr algn="ctr"/>
            <a:r>
              <a:rPr lang="en-GB" sz="600" dirty="0"/>
              <a:t>Layer 2 – no IP</a:t>
            </a:r>
            <a:endParaRPr lang="en-IE" sz="600" dirty="0"/>
          </a:p>
        </p:txBody>
      </p:sp>
      <p:sp>
        <p:nvSpPr>
          <p:cNvPr id="61" name="Cloud 60">
            <a:extLst>
              <a:ext uri="{FF2B5EF4-FFF2-40B4-BE49-F238E27FC236}">
                <a16:creationId xmlns:a16="http://schemas.microsoft.com/office/drawing/2014/main" id="{7E8DF191-0B11-C626-E83C-F73818716C7B}"/>
              </a:ext>
            </a:extLst>
          </p:cNvPr>
          <p:cNvSpPr/>
          <p:nvPr/>
        </p:nvSpPr>
        <p:spPr>
          <a:xfrm>
            <a:off x="3916537" y="4685602"/>
            <a:ext cx="1089023" cy="443412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VLAN999</a:t>
            </a:r>
          </a:p>
          <a:p>
            <a:pPr algn="ctr"/>
            <a:r>
              <a:rPr lang="en-GB" sz="600" dirty="0"/>
              <a:t>Native</a:t>
            </a:r>
          </a:p>
          <a:p>
            <a:pPr algn="ctr"/>
            <a:r>
              <a:rPr lang="en-GB" sz="600" dirty="0"/>
              <a:t>Layer 2 – no IP</a:t>
            </a:r>
            <a:endParaRPr lang="en-IE" sz="600" dirty="0"/>
          </a:p>
        </p:txBody>
      </p:sp>
      <p:sp>
        <p:nvSpPr>
          <p:cNvPr id="83" name="Cloud 82">
            <a:extLst>
              <a:ext uri="{FF2B5EF4-FFF2-40B4-BE49-F238E27FC236}">
                <a16:creationId xmlns:a16="http://schemas.microsoft.com/office/drawing/2014/main" id="{F503800B-FC48-7F89-7D56-AB205A1FAC97}"/>
              </a:ext>
            </a:extLst>
          </p:cNvPr>
          <p:cNvSpPr/>
          <p:nvPr/>
        </p:nvSpPr>
        <p:spPr>
          <a:xfrm>
            <a:off x="6806686" y="327866"/>
            <a:ext cx="1067068" cy="443412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VLAN17</a:t>
            </a:r>
          </a:p>
          <a:p>
            <a:pPr algn="ctr"/>
            <a:r>
              <a:rPr lang="en-GB" sz="600" dirty="0"/>
              <a:t>Reserved</a:t>
            </a:r>
          </a:p>
          <a:p>
            <a:pPr algn="ctr"/>
            <a:r>
              <a:rPr lang="en-GB" sz="600" dirty="0"/>
              <a:t>10.47.17.0</a:t>
            </a:r>
            <a:endParaRPr lang="en-IE" sz="600" dirty="0"/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47150887-5EA6-B0E9-FDC1-2577A0CFA8EA}"/>
              </a:ext>
            </a:extLst>
          </p:cNvPr>
          <p:cNvSpPr/>
          <p:nvPr/>
        </p:nvSpPr>
        <p:spPr>
          <a:xfrm>
            <a:off x="7318158" y="873783"/>
            <a:ext cx="1067068" cy="443412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VLAN18</a:t>
            </a:r>
          </a:p>
          <a:p>
            <a:pPr algn="ctr"/>
            <a:r>
              <a:rPr lang="en-GB" sz="600" dirty="0"/>
              <a:t>Reserved</a:t>
            </a:r>
          </a:p>
          <a:p>
            <a:pPr algn="ctr"/>
            <a:r>
              <a:rPr lang="en-GB" sz="600" dirty="0"/>
              <a:t>10.47.18.0</a:t>
            </a:r>
            <a:endParaRPr lang="en-IE" sz="600" dirty="0"/>
          </a:p>
        </p:txBody>
      </p:sp>
      <p:sp>
        <p:nvSpPr>
          <p:cNvPr id="86" name="Cloud 85">
            <a:extLst>
              <a:ext uri="{FF2B5EF4-FFF2-40B4-BE49-F238E27FC236}">
                <a16:creationId xmlns:a16="http://schemas.microsoft.com/office/drawing/2014/main" id="{FEEE7E23-D98D-F71E-85E5-673D764CE986}"/>
              </a:ext>
            </a:extLst>
          </p:cNvPr>
          <p:cNvSpPr/>
          <p:nvPr/>
        </p:nvSpPr>
        <p:spPr>
          <a:xfrm>
            <a:off x="8610110" y="1011408"/>
            <a:ext cx="1067068" cy="443412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VLAN19</a:t>
            </a:r>
          </a:p>
          <a:p>
            <a:pPr algn="ctr"/>
            <a:r>
              <a:rPr lang="en-GB" sz="600" dirty="0"/>
              <a:t>Reserved</a:t>
            </a:r>
          </a:p>
          <a:p>
            <a:pPr algn="ctr"/>
            <a:r>
              <a:rPr lang="en-GB" sz="600" dirty="0"/>
              <a:t>10.47.19.0</a:t>
            </a:r>
            <a:endParaRPr lang="en-IE" sz="600" dirty="0"/>
          </a:p>
        </p:txBody>
      </p:sp>
      <p:sp>
        <p:nvSpPr>
          <p:cNvPr id="87" name="Cloud 86">
            <a:extLst>
              <a:ext uri="{FF2B5EF4-FFF2-40B4-BE49-F238E27FC236}">
                <a16:creationId xmlns:a16="http://schemas.microsoft.com/office/drawing/2014/main" id="{3054D1C2-B421-BD85-C4FF-A5FBD0D35B6C}"/>
              </a:ext>
            </a:extLst>
          </p:cNvPr>
          <p:cNvSpPr/>
          <p:nvPr/>
        </p:nvSpPr>
        <p:spPr>
          <a:xfrm>
            <a:off x="8470425" y="1620889"/>
            <a:ext cx="1067068" cy="443412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VLAN20</a:t>
            </a:r>
          </a:p>
          <a:p>
            <a:pPr algn="ctr"/>
            <a:r>
              <a:rPr lang="en-GB" sz="600" dirty="0"/>
              <a:t>Reserved</a:t>
            </a:r>
          </a:p>
          <a:p>
            <a:pPr algn="ctr"/>
            <a:r>
              <a:rPr lang="en-GB" sz="600" dirty="0"/>
              <a:t>10.47.20.0</a:t>
            </a:r>
            <a:endParaRPr lang="en-IE" sz="600" dirty="0"/>
          </a:p>
        </p:txBody>
      </p:sp>
      <p:sp>
        <p:nvSpPr>
          <p:cNvPr id="88" name="Cloud 87">
            <a:extLst>
              <a:ext uri="{FF2B5EF4-FFF2-40B4-BE49-F238E27FC236}">
                <a16:creationId xmlns:a16="http://schemas.microsoft.com/office/drawing/2014/main" id="{3AC3758F-6320-77A0-F8E6-57407E4486B3}"/>
              </a:ext>
            </a:extLst>
          </p:cNvPr>
          <p:cNvSpPr/>
          <p:nvPr/>
        </p:nvSpPr>
        <p:spPr>
          <a:xfrm>
            <a:off x="4333552" y="904442"/>
            <a:ext cx="672008" cy="293055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VLAN1</a:t>
            </a:r>
          </a:p>
          <a:p>
            <a:pPr algn="ctr"/>
            <a:r>
              <a:rPr lang="en-GB" sz="600" dirty="0"/>
              <a:t>ISP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CEE6A903-0F2D-4A18-1F70-7246FC14DFBC}"/>
              </a:ext>
            </a:extLst>
          </p:cNvPr>
          <p:cNvCxnSpPr>
            <a:cxnSpLocks/>
            <a:stCxn id="44" idx="2"/>
            <a:endCxn id="40" idx="7"/>
          </p:cNvCxnSpPr>
          <p:nvPr/>
        </p:nvCxnSpPr>
        <p:spPr>
          <a:xfrm flipH="1">
            <a:off x="6042385" y="2534626"/>
            <a:ext cx="1287498" cy="28291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89">
            <a:extLst>
              <a:ext uri="{FF2B5EF4-FFF2-40B4-BE49-F238E27FC236}">
                <a16:creationId xmlns:a16="http://schemas.microsoft.com/office/drawing/2014/main" id="{BA098740-02AA-8C28-7B34-3441D2D95779}"/>
              </a:ext>
            </a:extLst>
          </p:cNvPr>
          <p:cNvCxnSpPr>
            <a:cxnSpLocks/>
            <a:stCxn id="45" idx="2"/>
            <a:endCxn id="40" idx="6"/>
          </p:cNvCxnSpPr>
          <p:nvPr/>
        </p:nvCxnSpPr>
        <p:spPr>
          <a:xfrm flipH="1">
            <a:off x="6171646" y="2971079"/>
            <a:ext cx="796738" cy="14505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89">
            <a:extLst>
              <a:ext uri="{FF2B5EF4-FFF2-40B4-BE49-F238E27FC236}">
                <a16:creationId xmlns:a16="http://schemas.microsoft.com/office/drawing/2014/main" id="{AD4DE669-36DE-0AED-19A1-4A416726D70B}"/>
              </a:ext>
            </a:extLst>
          </p:cNvPr>
          <p:cNvCxnSpPr>
            <a:cxnSpLocks/>
            <a:stCxn id="46" idx="2"/>
          </p:cNvCxnSpPr>
          <p:nvPr/>
        </p:nvCxnSpPr>
        <p:spPr>
          <a:xfrm flipH="1" flipV="1">
            <a:off x="6140216" y="3286042"/>
            <a:ext cx="1020909" cy="19210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89">
            <a:extLst>
              <a:ext uri="{FF2B5EF4-FFF2-40B4-BE49-F238E27FC236}">
                <a16:creationId xmlns:a16="http://schemas.microsoft.com/office/drawing/2014/main" id="{2EB77FAC-1CC7-0028-9A85-CF432526065D}"/>
              </a:ext>
            </a:extLst>
          </p:cNvPr>
          <p:cNvCxnSpPr>
            <a:cxnSpLocks/>
            <a:stCxn id="47" idx="2"/>
            <a:endCxn id="40" idx="5"/>
          </p:cNvCxnSpPr>
          <p:nvPr/>
        </p:nvCxnSpPr>
        <p:spPr>
          <a:xfrm flipH="1" flipV="1">
            <a:off x="6042385" y="3414724"/>
            <a:ext cx="1023548" cy="57049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89">
            <a:extLst>
              <a:ext uri="{FF2B5EF4-FFF2-40B4-BE49-F238E27FC236}">
                <a16:creationId xmlns:a16="http://schemas.microsoft.com/office/drawing/2014/main" id="{3FF8BD5B-026D-992A-48F1-B7A63774C870}"/>
              </a:ext>
            </a:extLst>
          </p:cNvPr>
          <p:cNvCxnSpPr>
            <a:cxnSpLocks/>
            <a:stCxn id="49" idx="3"/>
          </p:cNvCxnSpPr>
          <p:nvPr/>
        </p:nvCxnSpPr>
        <p:spPr>
          <a:xfrm flipH="1" flipV="1">
            <a:off x="5947112" y="3482473"/>
            <a:ext cx="1452711" cy="110660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89">
            <a:extLst>
              <a:ext uri="{FF2B5EF4-FFF2-40B4-BE49-F238E27FC236}">
                <a16:creationId xmlns:a16="http://schemas.microsoft.com/office/drawing/2014/main" id="{F26E132A-3B5A-5A1D-9F3B-638A0C11B852}"/>
              </a:ext>
            </a:extLst>
          </p:cNvPr>
          <p:cNvCxnSpPr>
            <a:cxnSpLocks/>
            <a:stCxn id="48" idx="3"/>
          </p:cNvCxnSpPr>
          <p:nvPr/>
        </p:nvCxnSpPr>
        <p:spPr>
          <a:xfrm flipH="1" flipV="1">
            <a:off x="5851839" y="3522036"/>
            <a:ext cx="190546" cy="1282628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89">
            <a:extLst>
              <a:ext uri="{FF2B5EF4-FFF2-40B4-BE49-F238E27FC236}">
                <a16:creationId xmlns:a16="http://schemas.microsoft.com/office/drawing/2014/main" id="{2358B2CC-97B6-2617-7A77-AC0DEA59B5CC}"/>
              </a:ext>
            </a:extLst>
          </p:cNvPr>
          <p:cNvCxnSpPr>
            <a:cxnSpLocks/>
            <a:stCxn id="50" idx="3"/>
          </p:cNvCxnSpPr>
          <p:nvPr/>
        </p:nvCxnSpPr>
        <p:spPr>
          <a:xfrm flipV="1">
            <a:off x="5079557" y="3498028"/>
            <a:ext cx="494837" cy="81591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89">
            <a:extLst>
              <a:ext uri="{FF2B5EF4-FFF2-40B4-BE49-F238E27FC236}">
                <a16:creationId xmlns:a16="http://schemas.microsoft.com/office/drawing/2014/main" id="{3A28EA91-E289-42C2-B0A2-E8261931A6F2}"/>
              </a:ext>
            </a:extLst>
          </p:cNvPr>
          <p:cNvCxnSpPr>
            <a:cxnSpLocks/>
            <a:stCxn id="51" idx="3"/>
          </p:cNvCxnSpPr>
          <p:nvPr/>
        </p:nvCxnSpPr>
        <p:spPr>
          <a:xfrm flipV="1">
            <a:off x="4226038" y="3256875"/>
            <a:ext cx="1092268" cy="44250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89">
            <a:extLst>
              <a:ext uri="{FF2B5EF4-FFF2-40B4-BE49-F238E27FC236}">
                <a16:creationId xmlns:a16="http://schemas.microsoft.com/office/drawing/2014/main" id="{8C5CA491-84F6-BA9C-46D0-45642B6BA461}"/>
              </a:ext>
            </a:extLst>
          </p:cNvPr>
          <p:cNvCxnSpPr>
            <a:cxnSpLocks/>
            <a:stCxn id="52" idx="0"/>
            <a:endCxn id="40" idx="2"/>
          </p:cNvCxnSpPr>
          <p:nvPr/>
        </p:nvCxnSpPr>
        <p:spPr>
          <a:xfrm flipV="1">
            <a:off x="4430342" y="3116130"/>
            <a:ext cx="858654" cy="12891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89">
            <a:extLst>
              <a:ext uri="{FF2B5EF4-FFF2-40B4-BE49-F238E27FC236}">
                <a16:creationId xmlns:a16="http://schemas.microsoft.com/office/drawing/2014/main" id="{D9AD8876-6FA0-7B6E-FFBC-F55ECF0B2675}"/>
              </a:ext>
            </a:extLst>
          </p:cNvPr>
          <p:cNvCxnSpPr>
            <a:cxnSpLocks/>
            <a:stCxn id="53" idx="0"/>
          </p:cNvCxnSpPr>
          <p:nvPr/>
        </p:nvCxnSpPr>
        <p:spPr>
          <a:xfrm>
            <a:off x="4798919" y="2608456"/>
            <a:ext cx="552450" cy="31260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89">
            <a:extLst>
              <a:ext uri="{FF2B5EF4-FFF2-40B4-BE49-F238E27FC236}">
                <a16:creationId xmlns:a16="http://schemas.microsoft.com/office/drawing/2014/main" id="{9F8D3FE2-EC00-55A1-210B-25C1054F0DD3}"/>
              </a:ext>
            </a:extLst>
          </p:cNvPr>
          <p:cNvCxnSpPr>
            <a:cxnSpLocks/>
            <a:stCxn id="54" idx="1"/>
            <a:endCxn id="40" idx="0"/>
          </p:cNvCxnSpPr>
          <p:nvPr/>
        </p:nvCxnSpPr>
        <p:spPr>
          <a:xfrm>
            <a:off x="5625365" y="2145761"/>
            <a:ext cx="104956" cy="54809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1E55AC1F-0F40-7BF9-65AE-52221BCA45C4}"/>
              </a:ext>
            </a:extLst>
          </p:cNvPr>
          <p:cNvSpPr txBox="1"/>
          <p:nvPr/>
        </p:nvSpPr>
        <p:spPr>
          <a:xfrm>
            <a:off x="5596751" y="2254484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10.47.11.12</a:t>
            </a:r>
            <a:endParaRPr lang="en-IE" sz="600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0CD7F1F-FA4B-695F-6B32-E1C02FE2FB0A}"/>
              </a:ext>
            </a:extLst>
          </p:cNvPr>
          <p:cNvSpPr txBox="1"/>
          <p:nvPr/>
        </p:nvSpPr>
        <p:spPr>
          <a:xfrm rot="20916383">
            <a:off x="6509032" y="2490031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10.47.2.12</a:t>
            </a:r>
            <a:endParaRPr lang="en-IE" sz="600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8709BA7-DE36-E959-EC3B-AAFE59AEFA93}"/>
              </a:ext>
            </a:extLst>
          </p:cNvPr>
          <p:cNvSpPr txBox="1"/>
          <p:nvPr/>
        </p:nvSpPr>
        <p:spPr>
          <a:xfrm rot="20907396">
            <a:off x="6235310" y="2896526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10.47.3.12</a:t>
            </a:r>
            <a:endParaRPr lang="en-IE" sz="6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740DE93-7978-5BC1-7B4F-63CE2EE7F958}"/>
              </a:ext>
            </a:extLst>
          </p:cNvPr>
          <p:cNvSpPr txBox="1"/>
          <p:nvPr/>
        </p:nvSpPr>
        <p:spPr>
          <a:xfrm rot="521584">
            <a:off x="6377405" y="3225869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10.47.4.12</a:t>
            </a:r>
            <a:endParaRPr lang="en-IE" sz="6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E7B58A3-848D-9EC1-4708-5391CD95F3A7}"/>
              </a:ext>
            </a:extLst>
          </p:cNvPr>
          <p:cNvSpPr txBox="1"/>
          <p:nvPr/>
        </p:nvSpPr>
        <p:spPr>
          <a:xfrm rot="1766568">
            <a:off x="6298286" y="3551270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10.47.5.12</a:t>
            </a:r>
            <a:endParaRPr lang="en-IE" sz="600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3B07A044-7228-DB1B-5EDF-546F42D4E311}"/>
              </a:ext>
            </a:extLst>
          </p:cNvPr>
          <p:cNvSpPr txBox="1"/>
          <p:nvPr/>
        </p:nvSpPr>
        <p:spPr>
          <a:xfrm rot="2346036">
            <a:off x="6235310" y="3790993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10.47.12.12</a:t>
            </a:r>
            <a:endParaRPr lang="en-IE" sz="6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8BDC2FB-149C-9BFC-783A-54D996A90ED0}"/>
              </a:ext>
            </a:extLst>
          </p:cNvPr>
          <p:cNvSpPr txBox="1"/>
          <p:nvPr/>
        </p:nvSpPr>
        <p:spPr>
          <a:xfrm>
            <a:off x="5877385" y="4000933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10.47.6.12</a:t>
            </a:r>
            <a:endParaRPr lang="en-IE" sz="6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50E116AF-8DAF-6A3C-D298-1E59FE2CE2AC}"/>
              </a:ext>
            </a:extLst>
          </p:cNvPr>
          <p:cNvSpPr txBox="1"/>
          <p:nvPr/>
        </p:nvSpPr>
        <p:spPr>
          <a:xfrm>
            <a:off x="4854935" y="3841753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10.47.7.12</a:t>
            </a:r>
            <a:endParaRPr lang="en-IE" sz="6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B3E2A8A-14A6-D7BB-FF46-BC43CC7F7E27}"/>
              </a:ext>
            </a:extLst>
          </p:cNvPr>
          <p:cNvSpPr txBox="1"/>
          <p:nvPr/>
        </p:nvSpPr>
        <p:spPr>
          <a:xfrm rot="20322687">
            <a:off x="4482730" y="3302400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10.47.8.12</a:t>
            </a:r>
            <a:endParaRPr lang="en-IE" sz="6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5C5A0FE-C9DD-7F1F-B221-EBB88290C25E}"/>
              </a:ext>
            </a:extLst>
          </p:cNvPr>
          <p:cNvSpPr txBox="1"/>
          <p:nvPr/>
        </p:nvSpPr>
        <p:spPr>
          <a:xfrm rot="21117163">
            <a:off x="4496610" y="3012869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10.47.9.12</a:t>
            </a:r>
            <a:endParaRPr lang="en-IE" sz="6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F491CF4C-4AEC-34B4-9297-55C0EB81C09B}"/>
              </a:ext>
            </a:extLst>
          </p:cNvPr>
          <p:cNvSpPr txBox="1"/>
          <p:nvPr/>
        </p:nvSpPr>
        <p:spPr>
          <a:xfrm rot="1846700">
            <a:off x="4815453" y="2635238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10.47.10.12</a:t>
            </a:r>
            <a:endParaRPr lang="en-IE" sz="60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B9D66BE-81CC-B461-E150-0B640CFA0BD4}"/>
              </a:ext>
            </a:extLst>
          </p:cNvPr>
          <p:cNvSpPr/>
          <p:nvPr/>
        </p:nvSpPr>
        <p:spPr>
          <a:xfrm>
            <a:off x="6349303" y="5593408"/>
            <a:ext cx="615771" cy="313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/>
              <a:t>Domain Controller</a:t>
            </a:r>
          </a:p>
          <a:p>
            <a:pPr algn="ctr"/>
            <a:r>
              <a:rPr lang="en-GB" sz="700" dirty="0"/>
              <a:t>10.47.6.10</a:t>
            </a:r>
            <a:endParaRPr lang="en-IE" sz="700" dirty="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24338907-5C33-DA33-C6C7-A3811AB13D12}"/>
              </a:ext>
            </a:extLst>
          </p:cNvPr>
          <p:cNvSpPr/>
          <p:nvPr/>
        </p:nvSpPr>
        <p:spPr>
          <a:xfrm>
            <a:off x="7235520" y="5439446"/>
            <a:ext cx="638234" cy="364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/>
              <a:t>DHCP Server 10.47.6.20</a:t>
            </a:r>
            <a:endParaRPr lang="en-IE" sz="700" dirty="0"/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8E5FDBC-3B33-CDE9-3D9A-6B9B68534D80}"/>
              </a:ext>
            </a:extLst>
          </p:cNvPr>
          <p:cNvCxnSpPr>
            <a:cxnSpLocks/>
          </p:cNvCxnSpPr>
          <p:nvPr/>
        </p:nvCxnSpPr>
        <p:spPr>
          <a:xfrm>
            <a:off x="6367180" y="5127387"/>
            <a:ext cx="159798" cy="4801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D88BDD1B-6B57-8579-67B7-8C7DDDB4F1E2}"/>
              </a:ext>
            </a:extLst>
          </p:cNvPr>
          <p:cNvCxnSpPr>
            <a:cxnSpLocks/>
          </p:cNvCxnSpPr>
          <p:nvPr/>
        </p:nvCxnSpPr>
        <p:spPr>
          <a:xfrm flipH="1">
            <a:off x="6806686" y="4902102"/>
            <a:ext cx="349930" cy="7054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314E89AA-A3E9-7109-4646-D0A8E738537A}"/>
              </a:ext>
            </a:extLst>
          </p:cNvPr>
          <p:cNvCxnSpPr>
            <a:cxnSpLocks/>
          </p:cNvCxnSpPr>
          <p:nvPr/>
        </p:nvCxnSpPr>
        <p:spPr>
          <a:xfrm>
            <a:off x="6548820" y="5118678"/>
            <a:ext cx="710902" cy="3444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16D79FD2-FB80-F0E1-72E7-7F52FD9351CC}"/>
              </a:ext>
            </a:extLst>
          </p:cNvPr>
          <p:cNvCxnSpPr>
            <a:cxnSpLocks/>
            <a:endCxn id="151" idx="0"/>
          </p:cNvCxnSpPr>
          <p:nvPr/>
        </p:nvCxnSpPr>
        <p:spPr>
          <a:xfrm>
            <a:off x="7524104" y="4923062"/>
            <a:ext cx="30533" cy="5163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89">
            <a:extLst>
              <a:ext uri="{FF2B5EF4-FFF2-40B4-BE49-F238E27FC236}">
                <a16:creationId xmlns:a16="http://schemas.microsoft.com/office/drawing/2014/main" id="{84542A70-4E6A-7F62-126E-6F90A7ADCA79}"/>
              </a:ext>
            </a:extLst>
          </p:cNvPr>
          <p:cNvCxnSpPr>
            <a:cxnSpLocks/>
            <a:stCxn id="56" idx="0"/>
            <a:endCxn id="40" idx="1"/>
          </p:cNvCxnSpPr>
          <p:nvPr/>
        </p:nvCxnSpPr>
        <p:spPr>
          <a:xfrm>
            <a:off x="4242988" y="1999997"/>
            <a:ext cx="1175269" cy="81753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89">
            <a:extLst>
              <a:ext uri="{FF2B5EF4-FFF2-40B4-BE49-F238E27FC236}">
                <a16:creationId xmlns:a16="http://schemas.microsoft.com/office/drawing/2014/main" id="{11CA8DDC-B372-2F1A-B0F8-A3CD517B8AA5}"/>
              </a:ext>
            </a:extLst>
          </p:cNvPr>
          <p:cNvCxnSpPr>
            <a:cxnSpLocks/>
          </p:cNvCxnSpPr>
          <p:nvPr/>
        </p:nvCxnSpPr>
        <p:spPr>
          <a:xfrm>
            <a:off x="4226038" y="1510937"/>
            <a:ext cx="1278490" cy="124864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6A967BCD-BBE1-D930-54C5-13EE95A1F140}"/>
              </a:ext>
            </a:extLst>
          </p:cNvPr>
          <p:cNvSpPr txBox="1"/>
          <p:nvPr/>
        </p:nvSpPr>
        <p:spPr>
          <a:xfrm rot="2055781">
            <a:off x="4209723" y="2049684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10.47.16.12</a:t>
            </a:r>
            <a:endParaRPr lang="en-IE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A0E4E07-68FE-29E2-F788-E1D7420D89B6}"/>
              </a:ext>
            </a:extLst>
          </p:cNvPr>
          <p:cNvSpPr txBox="1"/>
          <p:nvPr/>
        </p:nvSpPr>
        <p:spPr>
          <a:xfrm rot="2704720">
            <a:off x="4300092" y="1724275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10.47.15.12</a:t>
            </a:r>
            <a:endParaRPr lang="en-IE" sz="600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EFD9C118-8305-7436-F616-D159A91DF361}"/>
              </a:ext>
            </a:extLst>
          </p:cNvPr>
          <p:cNvSpPr txBox="1"/>
          <p:nvPr/>
        </p:nvSpPr>
        <p:spPr>
          <a:xfrm rot="18503097">
            <a:off x="6389494" y="1240789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10.47.17.12</a:t>
            </a:r>
            <a:endParaRPr lang="en-IE" sz="600" dirty="0"/>
          </a:p>
        </p:txBody>
      </p:sp>
      <p:cxnSp>
        <p:nvCxnSpPr>
          <p:cNvPr id="185" name="Straight Connector 89">
            <a:extLst>
              <a:ext uri="{FF2B5EF4-FFF2-40B4-BE49-F238E27FC236}">
                <a16:creationId xmlns:a16="http://schemas.microsoft.com/office/drawing/2014/main" id="{61D5B6D3-E938-AAEC-3C45-A8D3221374F9}"/>
              </a:ext>
            </a:extLst>
          </p:cNvPr>
          <p:cNvCxnSpPr>
            <a:cxnSpLocks/>
          </p:cNvCxnSpPr>
          <p:nvPr/>
        </p:nvCxnSpPr>
        <p:spPr>
          <a:xfrm flipH="1">
            <a:off x="5877385" y="750375"/>
            <a:ext cx="1327554" cy="195100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174A5CB5-DFDA-8B03-3E42-C7F065B3E677}"/>
              </a:ext>
            </a:extLst>
          </p:cNvPr>
          <p:cNvSpPr txBox="1"/>
          <p:nvPr/>
        </p:nvSpPr>
        <p:spPr>
          <a:xfrm rot="18658891">
            <a:off x="6484891" y="1530611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10.47.18.12</a:t>
            </a:r>
            <a:endParaRPr lang="en-IE" sz="600" dirty="0"/>
          </a:p>
        </p:txBody>
      </p:sp>
      <p:cxnSp>
        <p:nvCxnSpPr>
          <p:cNvPr id="189" name="Straight Connector 89">
            <a:extLst>
              <a:ext uri="{FF2B5EF4-FFF2-40B4-BE49-F238E27FC236}">
                <a16:creationId xmlns:a16="http://schemas.microsoft.com/office/drawing/2014/main" id="{9FF1D69B-9825-F224-39BC-AFAD57E8399C}"/>
              </a:ext>
            </a:extLst>
          </p:cNvPr>
          <p:cNvCxnSpPr>
            <a:cxnSpLocks/>
          </p:cNvCxnSpPr>
          <p:nvPr/>
        </p:nvCxnSpPr>
        <p:spPr>
          <a:xfrm flipH="1">
            <a:off x="5947100" y="1095092"/>
            <a:ext cx="1392964" cy="1653096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>
            <a:extLst>
              <a:ext uri="{FF2B5EF4-FFF2-40B4-BE49-F238E27FC236}">
                <a16:creationId xmlns:a16="http://schemas.microsoft.com/office/drawing/2014/main" id="{16600A80-00CD-C3CF-7B6F-E089E16B77B1}"/>
              </a:ext>
            </a:extLst>
          </p:cNvPr>
          <p:cNvSpPr txBox="1"/>
          <p:nvPr/>
        </p:nvSpPr>
        <p:spPr>
          <a:xfrm rot="19592274">
            <a:off x="7032625" y="1892984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10.47.19.12</a:t>
            </a:r>
            <a:endParaRPr lang="en-IE" sz="600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56B1244-30D5-989E-45BE-2B9A85005CA0}"/>
              </a:ext>
            </a:extLst>
          </p:cNvPr>
          <p:cNvSpPr txBox="1"/>
          <p:nvPr/>
        </p:nvSpPr>
        <p:spPr>
          <a:xfrm rot="20048959">
            <a:off x="7310601" y="2076683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10.47.20.12</a:t>
            </a:r>
            <a:endParaRPr lang="en-IE" sz="600" dirty="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F90FCDC4-D86F-5AD4-79A4-B055C304EB77}"/>
              </a:ext>
            </a:extLst>
          </p:cNvPr>
          <p:cNvSpPr/>
          <p:nvPr/>
        </p:nvSpPr>
        <p:spPr>
          <a:xfrm>
            <a:off x="8078221" y="5150128"/>
            <a:ext cx="615771" cy="313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/>
              <a:t>Backup DC</a:t>
            </a:r>
          </a:p>
          <a:p>
            <a:pPr algn="ctr"/>
            <a:r>
              <a:rPr lang="en-GB" sz="700" dirty="0"/>
              <a:t>10.47.6.50</a:t>
            </a:r>
            <a:endParaRPr lang="en-IE" sz="700" dirty="0"/>
          </a:p>
        </p:txBody>
      </p: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F58E8AC7-C451-3E09-381C-AD48719B26A7}"/>
              </a:ext>
            </a:extLst>
          </p:cNvPr>
          <p:cNvCxnSpPr>
            <a:cxnSpLocks/>
            <a:endCxn id="205" idx="1"/>
          </p:cNvCxnSpPr>
          <p:nvPr/>
        </p:nvCxnSpPr>
        <p:spPr>
          <a:xfrm>
            <a:off x="6497192" y="5106826"/>
            <a:ext cx="1581029" cy="1998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6DFE6DB-51F2-1E55-59E2-B6D0D6134792}"/>
              </a:ext>
            </a:extLst>
          </p:cNvPr>
          <p:cNvCxnSpPr>
            <a:cxnSpLocks/>
            <a:stCxn id="49" idx="1"/>
          </p:cNvCxnSpPr>
          <p:nvPr/>
        </p:nvCxnSpPr>
        <p:spPr>
          <a:xfrm>
            <a:off x="7399823" y="4960317"/>
            <a:ext cx="678398" cy="2100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9F6AC1F4-16F9-B45C-6248-0ADBE8B6202F}"/>
              </a:ext>
            </a:extLst>
          </p:cNvPr>
          <p:cNvSpPr/>
          <p:nvPr/>
        </p:nvSpPr>
        <p:spPr>
          <a:xfrm>
            <a:off x="2348053" y="2959618"/>
            <a:ext cx="615771" cy="313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/>
              <a:t>Oracle DB</a:t>
            </a:r>
          </a:p>
          <a:p>
            <a:pPr algn="ctr"/>
            <a:r>
              <a:rPr lang="en-GB" sz="700" dirty="0"/>
              <a:t>10.47.9.10</a:t>
            </a:r>
            <a:endParaRPr lang="en-IE" sz="700" dirty="0"/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20448F0A-DAD5-A123-08CD-0483087689D2}"/>
              </a:ext>
            </a:extLst>
          </p:cNvPr>
          <p:cNvCxnSpPr>
            <a:stCxn id="212" idx="3"/>
            <a:endCxn id="52" idx="2"/>
          </p:cNvCxnSpPr>
          <p:nvPr/>
        </p:nvCxnSpPr>
        <p:spPr>
          <a:xfrm>
            <a:off x="2963824" y="3116130"/>
            <a:ext cx="474509" cy="128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Rectangle 214">
            <a:extLst>
              <a:ext uri="{FF2B5EF4-FFF2-40B4-BE49-F238E27FC236}">
                <a16:creationId xmlns:a16="http://schemas.microsoft.com/office/drawing/2014/main" id="{5E905441-BB1D-4DA8-9123-1A29D5B35062}"/>
              </a:ext>
            </a:extLst>
          </p:cNvPr>
          <p:cNvSpPr/>
          <p:nvPr/>
        </p:nvSpPr>
        <p:spPr>
          <a:xfrm>
            <a:off x="9229607" y="3312922"/>
            <a:ext cx="615771" cy="3623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/>
              <a:t>UPS Monitor</a:t>
            </a:r>
          </a:p>
          <a:p>
            <a:pPr algn="ctr"/>
            <a:r>
              <a:rPr lang="en-GB" sz="700" dirty="0"/>
              <a:t>10.47.4.10</a:t>
            </a:r>
            <a:endParaRPr lang="en-IE" sz="700" dirty="0"/>
          </a:p>
        </p:txBody>
      </p:sp>
      <p:sp>
        <p:nvSpPr>
          <p:cNvPr id="216" name="Cloud 215">
            <a:extLst>
              <a:ext uri="{FF2B5EF4-FFF2-40B4-BE49-F238E27FC236}">
                <a16:creationId xmlns:a16="http://schemas.microsoft.com/office/drawing/2014/main" id="{C1F9354D-E5B8-8FBC-42EA-BC22A5858190}"/>
              </a:ext>
            </a:extLst>
          </p:cNvPr>
          <p:cNvSpPr/>
          <p:nvPr/>
        </p:nvSpPr>
        <p:spPr>
          <a:xfrm>
            <a:off x="2304067" y="2446579"/>
            <a:ext cx="1128543" cy="394197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600" dirty="0"/>
              <a:t>VLAN14</a:t>
            </a:r>
          </a:p>
          <a:p>
            <a:pPr algn="ctr"/>
            <a:r>
              <a:rPr lang="en-GB" sz="600" dirty="0"/>
              <a:t>Firewall</a:t>
            </a:r>
          </a:p>
          <a:p>
            <a:pPr algn="ctr"/>
            <a:r>
              <a:rPr lang="en-GB" sz="600" dirty="0"/>
              <a:t>10.47.14.0/24</a:t>
            </a:r>
            <a:endParaRPr lang="en-IE" sz="600" dirty="0"/>
          </a:p>
        </p:txBody>
      </p:sp>
      <p:cxnSp>
        <p:nvCxnSpPr>
          <p:cNvPr id="217" name="Straight Connector 89">
            <a:extLst>
              <a:ext uri="{FF2B5EF4-FFF2-40B4-BE49-F238E27FC236}">
                <a16:creationId xmlns:a16="http://schemas.microsoft.com/office/drawing/2014/main" id="{B0489AE8-B54B-8009-4F4D-76F218ABB799}"/>
              </a:ext>
            </a:extLst>
          </p:cNvPr>
          <p:cNvCxnSpPr>
            <a:cxnSpLocks/>
            <a:stCxn id="216" idx="0"/>
            <a:endCxn id="40" idx="2"/>
          </p:cNvCxnSpPr>
          <p:nvPr/>
        </p:nvCxnSpPr>
        <p:spPr>
          <a:xfrm>
            <a:off x="3431670" y="2643678"/>
            <a:ext cx="1857326" cy="47245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TextBox 219">
            <a:extLst>
              <a:ext uri="{FF2B5EF4-FFF2-40B4-BE49-F238E27FC236}">
                <a16:creationId xmlns:a16="http://schemas.microsoft.com/office/drawing/2014/main" id="{21B61AF3-758C-DA27-1B3F-68A9C0A733DD}"/>
              </a:ext>
            </a:extLst>
          </p:cNvPr>
          <p:cNvSpPr txBox="1"/>
          <p:nvPr/>
        </p:nvSpPr>
        <p:spPr>
          <a:xfrm rot="990884">
            <a:off x="4567487" y="2864310"/>
            <a:ext cx="64959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dirty="0"/>
              <a:t>10.47.14.12</a:t>
            </a:r>
            <a:endParaRPr lang="en-IE" sz="60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0629CFA-DE97-5B64-1EA7-156B94BE6FE2}"/>
              </a:ext>
            </a:extLst>
          </p:cNvPr>
          <p:cNvSpPr/>
          <p:nvPr/>
        </p:nvSpPr>
        <p:spPr>
          <a:xfrm>
            <a:off x="1376858" y="2534625"/>
            <a:ext cx="487170" cy="1696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/>
              <a:t>DNS</a:t>
            </a:r>
            <a:endParaRPr lang="en-IE" sz="700" dirty="0"/>
          </a:p>
        </p:txBody>
      </p: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421CE637-FA50-183B-85BC-28C4752F5D85}"/>
              </a:ext>
            </a:extLst>
          </p:cNvPr>
          <p:cNvCxnSpPr>
            <a:cxnSpLocks/>
            <a:endCxn id="216" idx="2"/>
          </p:cNvCxnSpPr>
          <p:nvPr/>
        </p:nvCxnSpPr>
        <p:spPr>
          <a:xfrm>
            <a:off x="1837917" y="2629397"/>
            <a:ext cx="469651" cy="142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CFC0AB90-46D9-5D7C-5475-CB2DEA73344B}"/>
              </a:ext>
            </a:extLst>
          </p:cNvPr>
          <p:cNvCxnSpPr>
            <a:cxnSpLocks/>
            <a:endCxn id="215" idx="1"/>
          </p:cNvCxnSpPr>
          <p:nvPr/>
        </p:nvCxnSpPr>
        <p:spPr>
          <a:xfrm>
            <a:off x="8610110" y="3450437"/>
            <a:ext cx="619497" cy="436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ectangle 225">
            <a:extLst>
              <a:ext uri="{FF2B5EF4-FFF2-40B4-BE49-F238E27FC236}">
                <a16:creationId xmlns:a16="http://schemas.microsoft.com/office/drawing/2014/main" id="{0B416B4D-17D4-86AB-9204-777A0233B19A}"/>
              </a:ext>
            </a:extLst>
          </p:cNvPr>
          <p:cNvSpPr/>
          <p:nvPr/>
        </p:nvSpPr>
        <p:spPr>
          <a:xfrm>
            <a:off x="3889784" y="5367450"/>
            <a:ext cx="615771" cy="3130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00" dirty="0"/>
              <a:t>Call Monitor</a:t>
            </a:r>
          </a:p>
          <a:p>
            <a:pPr algn="ctr"/>
            <a:r>
              <a:rPr lang="en-GB" sz="700" dirty="0"/>
              <a:t>10.47.7.10</a:t>
            </a:r>
            <a:endParaRPr lang="en-IE" sz="700" dirty="0"/>
          </a:p>
        </p:txBody>
      </p:sp>
    </p:spTree>
    <p:extLst>
      <p:ext uri="{BB962C8B-B14F-4D97-AF65-F5344CB8AC3E}">
        <p14:creationId xmlns:p14="http://schemas.microsoft.com/office/powerpoint/2010/main" val="1784304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E2D4FFA736D74F8AB99F1DA13D19E4" ma:contentTypeVersion="4" ma:contentTypeDescription="Create a new document." ma:contentTypeScope="" ma:versionID="20358db6a53c4bc2875e14ff32e177fa">
  <xsd:schema xmlns:xsd="http://www.w3.org/2001/XMLSchema" xmlns:xs="http://www.w3.org/2001/XMLSchema" xmlns:p="http://schemas.microsoft.com/office/2006/metadata/properties" xmlns:ns3="1707955f-11be-4cf2-a6f6-7cc18f1d57f5" targetNamespace="http://schemas.microsoft.com/office/2006/metadata/properties" ma:root="true" ma:fieldsID="adf18cb8e18d6a7cb1f0fe6c4b04df74" ns3:_="">
    <xsd:import namespace="1707955f-11be-4cf2-a6f6-7cc18f1d57f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07955f-11be-4cf2-a6f6-7cc18f1d57f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30C4C2-3A41-4682-B9E2-AD1A67EFB2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07955f-11be-4cf2-a6f6-7cc18f1d5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45CD92-206F-423E-ADC0-6392F7E2F161}">
  <ds:schemaRefs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1707955f-11be-4cf2-a6f6-7cc18f1d57f5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99BCD9E-8A83-4C7B-A374-5DB59BC3300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7855545-00bb-4800-a65f-e79104ec0fc4}" enabled="0" method="" siteId="{47855545-00bb-4800-a65f-e79104ec0fc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3474</TotalTime>
  <Words>122</Words>
  <Application>Microsoft Office PowerPoint</Application>
  <PresentationFormat>Widescreen</PresentationFormat>
  <Paragraphs>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Taaffe - STUDENT</dc:creator>
  <cp:lastModifiedBy>Joseph Taaffe - STUDENT</cp:lastModifiedBy>
  <cp:revision>2</cp:revision>
  <dcterms:created xsi:type="dcterms:W3CDTF">2026-02-17T10:30:26Z</dcterms:created>
  <dcterms:modified xsi:type="dcterms:W3CDTF">2026-02-22T18:42:46Z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0x0101002DE2D4FFA736D74F8AB99F1DA13D19E4</vt:lpwstr>
  </property>
</Properties>
</file>